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7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FINAL · FRONT-END &amp; BACK-END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548640" y="33101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7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spreadsheet. More voyage.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8221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de viagem, organizados do check-in ao pouso.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[Nome do aluno]   ·   Disciplina de Front-end e Back-end   ·   [Data]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75320" y="1051560"/>
            <a:ext cx="3337560" cy="434340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31352" y="130759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 · BOARDING PASS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31352" y="1691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9582912" y="1938528"/>
            <a:ext cx="722376" cy="0"/>
          </a:xfrm>
          <a:prstGeom prst="line">
            <a:avLst/>
          </a:prstGeom>
          <a:noFill/>
          <a:ln w="19050">
            <a:solidFill>
              <a:srgbClr val="14244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0186416" y="1874520"/>
            <a:ext cx="128016" cy="128016"/>
          </a:xfrm>
          <a:prstGeom prst="ellipse">
            <a:avLst/>
          </a:prstGeom>
          <a:solidFill>
            <a:srgbClr val="D847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305288" y="169164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531352" y="2350008"/>
            <a:ext cx="1321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531352" y="2551176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Escapada a Roma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944100" y="2350008"/>
            <a:ext cx="1321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944100" y="2551176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SET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31352" y="2916936"/>
            <a:ext cx="1321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531352" y="3118104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944100" y="2916936"/>
            <a:ext cx="13213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PARADAS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944100" y="3118104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75320" y="3538728"/>
            <a:ext cx="3337560" cy="0"/>
          </a:xfrm>
          <a:prstGeom prst="line">
            <a:avLst/>
          </a:prstGeom>
          <a:noFill/>
          <a:ln w="15875">
            <a:solidFill>
              <a:srgbClr val="CBD2E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8165592" y="3429000"/>
            <a:ext cx="219456" cy="219456"/>
          </a:xfrm>
          <a:prstGeom prst="ellipse">
            <a:avLst/>
          </a:prstGeom>
          <a:solidFill>
            <a:srgbClr val="14244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03152" y="3429000"/>
            <a:ext cx="219456" cy="219456"/>
          </a:xfrm>
          <a:prstGeom prst="ellipse">
            <a:avLst/>
          </a:prstGeom>
          <a:solidFill>
            <a:srgbClr val="142440"/>
          </a:solidFill>
          <a:ln/>
        </p:spPr>
      </p:sp>
      <p:sp>
        <p:nvSpPr>
          <p:cNvPr id="24" name="Shape 22"/>
          <p:cNvSpPr/>
          <p:nvPr/>
        </p:nvSpPr>
        <p:spPr>
          <a:xfrm>
            <a:off x="8531352" y="3895344"/>
            <a:ext cx="41148" cy="15544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25" name="Shape 23"/>
          <p:cNvSpPr/>
          <p:nvPr/>
        </p:nvSpPr>
        <p:spPr>
          <a:xfrm>
            <a:off x="8613648" y="377098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26" name="Shape 24"/>
          <p:cNvSpPr/>
          <p:nvPr/>
        </p:nvSpPr>
        <p:spPr>
          <a:xfrm>
            <a:off x="8695944" y="3941978"/>
            <a:ext cx="41148" cy="108814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27" name="Shape 25"/>
          <p:cNvSpPr/>
          <p:nvPr/>
        </p:nvSpPr>
        <p:spPr>
          <a:xfrm>
            <a:off x="8778240" y="3833165"/>
            <a:ext cx="41148" cy="217627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28" name="Shape 26"/>
          <p:cNvSpPr/>
          <p:nvPr/>
        </p:nvSpPr>
        <p:spPr>
          <a:xfrm>
            <a:off x="8860536" y="3895344"/>
            <a:ext cx="41148" cy="15544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29" name="Shape 27"/>
          <p:cNvSpPr/>
          <p:nvPr/>
        </p:nvSpPr>
        <p:spPr>
          <a:xfrm>
            <a:off x="8942832" y="377098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0" name="Shape 28"/>
          <p:cNvSpPr/>
          <p:nvPr/>
        </p:nvSpPr>
        <p:spPr>
          <a:xfrm>
            <a:off x="9025128" y="3957523"/>
            <a:ext cx="41148" cy="93269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1" name="Shape 29"/>
          <p:cNvSpPr/>
          <p:nvPr/>
        </p:nvSpPr>
        <p:spPr>
          <a:xfrm>
            <a:off x="9107424" y="3848710"/>
            <a:ext cx="41148" cy="202082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2" name="Shape 30"/>
          <p:cNvSpPr/>
          <p:nvPr/>
        </p:nvSpPr>
        <p:spPr>
          <a:xfrm>
            <a:off x="9189720" y="3786530"/>
            <a:ext cx="41148" cy="264262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3" name="Shape 31"/>
          <p:cNvSpPr/>
          <p:nvPr/>
        </p:nvSpPr>
        <p:spPr>
          <a:xfrm>
            <a:off x="9272016" y="3926434"/>
            <a:ext cx="41148" cy="12435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4" name="Shape 32"/>
          <p:cNvSpPr/>
          <p:nvPr/>
        </p:nvSpPr>
        <p:spPr>
          <a:xfrm>
            <a:off x="9354312" y="377098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5" name="Shape 33"/>
          <p:cNvSpPr/>
          <p:nvPr/>
        </p:nvSpPr>
        <p:spPr>
          <a:xfrm>
            <a:off x="9436608" y="3879799"/>
            <a:ext cx="41148" cy="170993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6" name="Text 34"/>
          <p:cNvSpPr/>
          <p:nvPr/>
        </p:nvSpPr>
        <p:spPr>
          <a:xfrm>
            <a:off x="9893808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viagem virou um quebra-cabeça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ferramentas foi feita para outra coisa — não para organizar um roteiro do início ao fim.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64328" cy="1714500"/>
          </a:xfrm>
          <a:prstGeom prst="roundRect">
            <a:avLst>
              <a:gd name="adj" fmla="val 426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532888"/>
            <a:ext cx="658368" cy="65836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7" name="Image 0" descr="/home/claude/voyage-deck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56" y="269089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25146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Planilhas soltas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682496" y="2862072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Voos, hotéis e custos em abas diferentes — fácil de perder o fio.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2240280"/>
            <a:ext cx="5364328" cy="1714500"/>
          </a:xfrm>
          <a:prstGeom prst="roundRect">
            <a:avLst>
              <a:gd name="adj" fmla="val 426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1336" y="2532888"/>
            <a:ext cx="658368" cy="65836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2" name="Image 1" descr="/home/claude/voyage-deck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344" y="269089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12584" y="251460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de WhatsApp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412584" y="2862072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Sugestões de amigos se perdem na rolagem da conversa.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20540"/>
            <a:ext cx="5364328" cy="1714500"/>
          </a:xfrm>
          <a:prstGeom prst="roundRect">
            <a:avLst>
              <a:gd name="adj" fmla="val 426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" y="4613148"/>
            <a:ext cx="658368" cy="65836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7" name="Image 2" descr="/home/claude/voyage-deck/icons/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56" y="47711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82496" y="45948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avulsas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1682496" y="4942332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Post-its e blocos de notas sem visão do dia a dia da viagem.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78728" y="4320540"/>
            <a:ext cx="5364328" cy="1714500"/>
          </a:xfrm>
          <a:prstGeom prst="roundRect">
            <a:avLst>
              <a:gd name="adj" fmla="val 426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71336" y="4613148"/>
            <a:ext cx="658368" cy="65836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22" name="Image 3" descr="/home/claude/voyage-deck/icons/ale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344" y="477115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2584" y="45948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visão geral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412584" y="4942332"/>
            <a:ext cx="3992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ferramenta mostra a viagem inteira, dia a dia, num só lugar.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VOYAGE: um lugar só para o roteiro inteiro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simples, um roteiro por viagem e atividades organizadas dia a dia — com horário, local, categoria e custo estimado. Tudo num único lugar, acessível de qualquer tela.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669280" cy="2148840"/>
          </a:xfrm>
          <a:prstGeom prst="roundRect">
            <a:avLst>
              <a:gd name="adj" fmla="val 340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3986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QUEM É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59536" y="4434840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8" name="Text 6"/>
          <p:cNvSpPr/>
          <p:nvPr/>
        </p:nvSpPr>
        <p:spPr>
          <a:xfrm>
            <a:off x="1078992" y="43159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amigos organizando a mesma viagem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" y="4892040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0" name="Text 8"/>
          <p:cNvSpPr/>
          <p:nvPr/>
        </p:nvSpPr>
        <p:spPr>
          <a:xfrm>
            <a:off x="1078992" y="4773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 longos e com várias cidades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9536" y="5349240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78992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se perdeu numa planilha de viagem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95160" y="1691640"/>
            <a:ext cx="4572000" cy="4617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51192" y="194767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7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 · BOARDING PASS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51192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302752" y="2578608"/>
            <a:ext cx="1956816" cy="0"/>
          </a:xfrm>
          <a:prstGeom prst="line">
            <a:avLst/>
          </a:prstGeom>
          <a:noFill/>
          <a:ln w="19050">
            <a:solidFill>
              <a:srgbClr val="14244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0140696" y="2514600"/>
            <a:ext cx="128016" cy="128016"/>
          </a:xfrm>
          <a:prstGeom prst="ellipse">
            <a:avLst/>
          </a:prstGeom>
          <a:solidFill>
            <a:srgbClr val="D8473B"/>
          </a:solidFill>
          <a:ln/>
        </p:spPr>
      </p:sp>
      <p:sp>
        <p:nvSpPr>
          <p:cNvPr id="18" name="Text 16"/>
          <p:cNvSpPr/>
          <p:nvPr/>
        </p:nvSpPr>
        <p:spPr>
          <a:xfrm>
            <a:off x="10259568" y="233172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51192" y="29900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51192" y="31912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Escapada a Roma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81160" y="299008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281160" y="319125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51192" y="355701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251192" y="37581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81160" y="3557016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PARADAS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281160" y="375818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95160" y="4178808"/>
            <a:ext cx="4572000" cy="0"/>
          </a:xfrm>
          <a:prstGeom prst="line">
            <a:avLst/>
          </a:prstGeom>
          <a:noFill/>
          <a:ln w="15875">
            <a:solidFill>
              <a:srgbClr val="CBD2E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885432" y="406908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1457432" y="406908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251192" y="4535424"/>
            <a:ext cx="41148" cy="15544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1" name="Shape 29"/>
          <p:cNvSpPr/>
          <p:nvPr/>
        </p:nvSpPr>
        <p:spPr>
          <a:xfrm>
            <a:off x="7333488" y="441106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2" name="Shape 30"/>
          <p:cNvSpPr/>
          <p:nvPr/>
        </p:nvSpPr>
        <p:spPr>
          <a:xfrm>
            <a:off x="7415784" y="4582058"/>
            <a:ext cx="41148" cy="108814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0" y="4473245"/>
            <a:ext cx="41148" cy="217627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4" name="Shape 32"/>
          <p:cNvSpPr/>
          <p:nvPr/>
        </p:nvSpPr>
        <p:spPr>
          <a:xfrm>
            <a:off x="7580376" y="4535424"/>
            <a:ext cx="41148" cy="15544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5" name="Shape 33"/>
          <p:cNvSpPr/>
          <p:nvPr/>
        </p:nvSpPr>
        <p:spPr>
          <a:xfrm>
            <a:off x="7662672" y="441106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6" name="Shape 34"/>
          <p:cNvSpPr/>
          <p:nvPr/>
        </p:nvSpPr>
        <p:spPr>
          <a:xfrm>
            <a:off x="7744968" y="4597603"/>
            <a:ext cx="41148" cy="93269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7" name="Shape 35"/>
          <p:cNvSpPr/>
          <p:nvPr/>
        </p:nvSpPr>
        <p:spPr>
          <a:xfrm>
            <a:off x="7827264" y="4488790"/>
            <a:ext cx="41148" cy="202082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8" name="Shape 36"/>
          <p:cNvSpPr/>
          <p:nvPr/>
        </p:nvSpPr>
        <p:spPr>
          <a:xfrm>
            <a:off x="7909560" y="4426610"/>
            <a:ext cx="41148" cy="264262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39" name="Shape 37"/>
          <p:cNvSpPr/>
          <p:nvPr/>
        </p:nvSpPr>
        <p:spPr>
          <a:xfrm>
            <a:off x="7991856" y="4566514"/>
            <a:ext cx="41148" cy="124358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40" name="Shape 38"/>
          <p:cNvSpPr/>
          <p:nvPr/>
        </p:nvSpPr>
        <p:spPr>
          <a:xfrm>
            <a:off x="8074152" y="4411066"/>
            <a:ext cx="41148" cy="279806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41" name="Shape 39"/>
          <p:cNvSpPr/>
          <p:nvPr/>
        </p:nvSpPr>
        <p:spPr>
          <a:xfrm>
            <a:off x="8156448" y="4519879"/>
            <a:ext cx="41148" cy="170993"/>
          </a:xfrm>
          <a:prstGeom prst="rect">
            <a:avLst/>
          </a:prstGeom>
          <a:solidFill>
            <a:srgbClr val="142440"/>
          </a:solidFill>
          <a:ln/>
        </p:spPr>
      </p:sp>
      <p:sp>
        <p:nvSpPr>
          <p:cNvPr id="42" name="Text 40"/>
          <p:cNvSpPr/>
          <p:nvPr/>
        </p:nvSpPr>
        <p:spPr>
          <a:xfrm>
            <a:off x="9848088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voyage.app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IDENTIDADE DE MARCA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Nome, slogan e conceito visual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“Less spreadsheet. More voyage.”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em inglês pensando em mercado global — o site terá uma versão EN futuramente. Conceito visual: cartão de embarque e correio aéreo, remetendo direto a bilhetes e itinerários reais.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537960" y="23317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142440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3337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Navy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#142440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44968" y="23317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D8473B"/>
          </a:solidFill>
          <a:ln/>
        </p:spPr>
      </p:sp>
      <p:sp>
        <p:nvSpPr>
          <p:cNvPr id="11" name="Text 9"/>
          <p:cNvSpPr/>
          <p:nvPr/>
        </p:nvSpPr>
        <p:spPr>
          <a:xfrm>
            <a:off x="7744968" y="3337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#D8473B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951976" y="23317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E7A93E"/>
          </a:solidFill>
          <a:ln/>
        </p:spPr>
      </p:sp>
      <p:sp>
        <p:nvSpPr>
          <p:cNvPr id="13" name="Text 11"/>
          <p:cNvSpPr/>
          <p:nvPr/>
        </p:nvSpPr>
        <p:spPr>
          <a:xfrm>
            <a:off x="8951976" y="3337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Gold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#E7A93E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158984" y="2331720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2264A8"/>
          </a:solidFill>
          <a:ln/>
        </p:spPr>
      </p:sp>
      <p:sp>
        <p:nvSpPr>
          <p:cNvPr id="15" name="Text 13"/>
          <p:cNvSpPr/>
          <p:nvPr/>
        </p:nvSpPr>
        <p:spPr>
          <a:xfrm>
            <a:off x="10158984" y="3337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#2264A8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3796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TIPOGRAFIA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37960" y="4389120"/>
            <a:ext cx="5074920" cy="1691640"/>
          </a:xfrm>
          <a:prstGeom prst="roundRect">
            <a:avLst>
              <a:gd name="adj" fmla="val 4324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45537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498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Shoulders Display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50566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50017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Plex Mono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55595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55046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Sans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PRÉVIA DO PRODUTO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na prática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já funcional no navegador — roteiro de exemplo organizado dia a dia.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3886200"/>
          </a:xfrm>
          <a:prstGeom prst="roundRect">
            <a:avLst>
              <a:gd name="adj" fmla="val 188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414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14244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414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 1 · 12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53512" y="24414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953512" y="24414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 2 · 13 SET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38344" y="2441448"/>
            <a:ext cx="1920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038344" y="244144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 3 · 14 SET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72768" y="3282696"/>
            <a:ext cx="128016" cy="128016"/>
          </a:xfrm>
          <a:prstGeom prst="ellipse">
            <a:avLst/>
          </a:prstGeom>
          <a:solidFill>
            <a:srgbClr val="2264A8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3154680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Chegada ao aeroporto de Fiumicino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22815" y="31546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68680" y="3721608"/>
            <a:ext cx="10454335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404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11:30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72768" y="3968496"/>
            <a:ext cx="128016" cy="128016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3840480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no hotel perto do Coliseu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22815" y="38404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HOSPEDAGEM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4407408"/>
            <a:ext cx="10454335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5262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72768" y="4654296"/>
            <a:ext cx="128016" cy="128016"/>
          </a:xfrm>
          <a:prstGeom prst="ellipse">
            <a:avLst/>
          </a:prstGeom>
          <a:solidFill>
            <a:srgbClr val="142440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4526280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Passeio a pé: Coliseu e Fórum Romano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22815" y="45262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68680" y="5093208"/>
            <a:ext cx="10454335" cy="0"/>
          </a:xfrm>
          <a:prstGeom prst="line">
            <a:avLst/>
          </a:prstGeom>
          <a:noFill/>
          <a:ln w="12700">
            <a:solidFill>
              <a:srgbClr val="DC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1208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72768" y="5340096"/>
            <a:ext cx="128016" cy="128016"/>
          </a:xfrm>
          <a:prstGeom prst="ellipse">
            <a:avLst/>
          </a:prstGeom>
          <a:solidFill>
            <a:srgbClr val="D8473B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5212080"/>
            <a:ext cx="7802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Jantar em trattoria no Trastevere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22815" y="521208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ALIMENTAÇÃO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peças se conectam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estático conversa com o back-end só por JSON — nada de HTML gerado no PHP.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09448" y="288036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5288" y="3200400"/>
            <a:ext cx="822960" cy="82296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7" name="Image 0" descr="/home/claude/voyage-deck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2798" y="339791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9448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Navegador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9448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+ CSS + JS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78528" y="288036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4368" y="3200400"/>
            <a:ext cx="822960" cy="82296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2" name="Image 1" descr="/home/claude/voyage-deck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878" y="33979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8528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em PHP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78528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backend/api/*.php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747608" y="288036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753448" y="3200400"/>
            <a:ext cx="822960" cy="82296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7" name="Image 2" descr="/home/claude/voyage-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958" y="33979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47608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747608" y="4572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roteiro_viagem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425800" y="4069080"/>
            <a:ext cx="1271016" cy="0"/>
          </a:xfrm>
          <a:prstGeom prst="line">
            <a:avLst/>
          </a:prstGeom>
          <a:noFill/>
          <a:ln w="25400">
            <a:solidFill>
              <a:srgbClr val="D8473B"/>
            </a:solidFill>
            <a:prstDash val="solid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3151480" y="36850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fetch() / JSON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494880" y="4069080"/>
            <a:ext cx="1271016" cy="0"/>
          </a:xfrm>
          <a:prstGeom prst="line">
            <a:avLst/>
          </a:prstGeom>
          <a:noFill/>
          <a:ln w="25400">
            <a:solidFill>
              <a:srgbClr val="D8473B"/>
            </a:solidFill>
            <a:prstDash val="solid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7220560" y="3685032"/>
            <a:ext cx="1819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PDO / SQL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 DE 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tabelas, uma ideia simples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(1) → roteiros (1) → atividades — apagar um roteiro apaga suas atividades.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0868" y="251460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6900" y="2770632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7" name="Image 0" descr="/home/claude/voyage-deck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962" y="290669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0988" y="28072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6900" y="3520440"/>
            <a:ext cx="2734056" cy="0"/>
          </a:xfrm>
          <a:prstGeom prst="line">
            <a:avLst/>
          </a:prstGeom>
          <a:noFill/>
          <a:ln w="12700">
            <a:solidFill>
              <a:srgbClr val="D7DD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6900" y="368503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96900" y="406908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6900" y="445312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96900" y="483717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senha_hash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786988" y="4114800"/>
            <a:ext cx="685800" cy="0"/>
          </a:xfrm>
          <a:prstGeom prst="line">
            <a:avLst/>
          </a:prstGeom>
          <a:noFill/>
          <a:ln w="25400">
            <a:solidFill>
              <a:srgbClr val="D8473B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3786988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72788" y="251460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28820" y="2770632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8" name="Image 1" descr="/home/claude/voyage-deck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882" y="2906695"/>
            <a:ext cx="294803" cy="29480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32908" y="28072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728820" y="3520440"/>
            <a:ext cx="2734056" cy="0"/>
          </a:xfrm>
          <a:prstGeom prst="line">
            <a:avLst/>
          </a:prstGeom>
          <a:noFill/>
          <a:ln w="12700">
            <a:solidFill>
              <a:srgbClr val="D7DDE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28820" y="368503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28820" y="406908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usuario_id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28820" y="445312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28820" y="483717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destino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728820" y="52212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data_inicio / fim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718908" y="4114800"/>
            <a:ext cx="685800" cy="0"/>
          </a:xfrm>
          <a:prstGeom prst="line">
            <a:avLst/>
          </a:prstGeom>
          <a:noFill/>
          <a:ln w="25400">
            <a:solidFill>
              <a:srgbClr val="D8473B"/>
            </a:solidFill>
            <a:prstDash val="solid"/>
            <a:tailEnd type="triangle"/>
          </a:ln>
        </p:spPr>
      </p:sp>
      <p:sp>
        <p:nvSpPr>
          <p:cNvPr id="27" name="Text 23"/>
          <p:cNvSpPr/>
          <p:nvPr/>
        </p:nvSpPr>
        <p:spPr>
          <a:xfrm>
            <a:off x="7718908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→ N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8404708" y="2514600"/>
            <a:ext cx="3246120" cy="3200400"/>
          </a:xfrm>
          <a:prstGeom prst="roundRect">
            <a:avLst>
              <a:gd name="adj" fmla="val 2286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660740" y="2770632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30" name="Image 2" descr="/home/claude/voyage-deck/icons/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802" y="2906695"/>
            <a:ext cx="294803" cy="29480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364828" y="280720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atividades</a:t>
            </a: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660740" y="3520440"/>
            <a:ext cx="2734056" cy="0"/>
          </a:xfrm>
          <a:prstGeom prst="line">
            <a:avLst/>
          </a:prstGeom>
          <a:noFill/>
          <a:ln w="12700">
            <a:solidFill>
              <a:srgbClr val="D7DDE9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660740" y="368503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660740" y="4069080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roteiro_id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660740" y="4453128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horário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660740" y="4837176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titulo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660740" y="5221224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660740" y="5605272"/>
            <a:ext cx="2734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FUNCIONALIDADES (MVP)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produto entrega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6" name="Image 0" descr="/home/claude/voyage-deck/icons/user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5592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089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Cadastro e login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44728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simples de conta e autenticação por sessão.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214884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242316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1" name="Image 1" descr="/home/claude/voyage-deck/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41" y="25592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7778" y="31089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roteiros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27778" y="344728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Título, destino, datas e descrição de cada viagem.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214884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2597" y="242316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6" name="Image 2" descr="/home/claude/voyage-deck/icons/calend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660" y="25592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2597" y="310896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Atividades por dia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32597" y="344728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Horário, local, categoria e custo estimado.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5196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52628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21" name="Image 3" descr="/home/claude/voyage-deck/icons/edit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4662343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2120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 tudo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22960" y="555040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Atualize roteiros e atividades quando os planos mudarem.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53458" y="425196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27778" y="452628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26" name="Image 4" descr="/home/claude/voyage-deck/icons/tra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3841" y="466234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7778" y="52120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com segurança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27778" y="555040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um roteiro apaga suas atividades junto.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58277" y="4251960"/>
            <a:ext cx="3484778" cy="1783080"/>
          </a:xfrm>
          <a:prstGeom prst="roundRect">
            <a:avLst>
              <a:gd name="adj" fmla="val 4103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2597" y="4526280"/>
            <a:ext cx="566928" cy="56692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31" name="Image 5" descr="/home/claude/voyage-deck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8660" y="466234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32597" y="5212080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protegidos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32597" y="5550408"/>
            <a:ext cx="2936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só acessa os próprios roteiros.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7A9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simples, levada a sério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554480" cy="1554480"/>
          </a:xfrm>
          <a:prstGeom prst="ellipse">
            <a:avLst/>
          </a:prstGeom>
          <a:solidFill>
            <a:srgbClr val="E7A93E"/>
          </a:solidFill>
          <a:ln/>
        </p:spPr>
      </p:sp>
      <p:pic>
        <p:nvPicPr>
          <p:cNvPr id="5" name="Image 0" descr="/home/claude/voyage-deck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805" y="2690165"/>
            <a:ext cx="746150" cy="74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697480" y="2148840"/>
            <a:ext cx="530352" cy="530352"/>
          </a:xfrm>
          <a:prstGeom prst="ellipse">
            <a:avLst/>
          </a:prstGeom>
          <a:solidFill>
            <a:srgbClr val="1D3050"/>
          </a:solidFill>
          <a:ln/>
        </p:spPr>
      </p:sp>
      <p:pic>
        <p:nvPicPr>
          <p:cNvPr id="7" name="Image 1" descr="/home/claude/voyage-deck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0068" y="2281428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29000" y="214884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nunca em texto puro — password_hash() e password_verify().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697480" y="2990088"/>
            <a:ext cx="530352" cy="530352"/>
          </a:xfrm>
          <a:prstGeom prst="ellipse">
            <a:avLst/>
          </a:prstGeom>
          <a:solidFill>
            <a:srgbClr val="1D3050"/>
          </a:solidFill>
          <a:ln/>
        </p:spPr>
      </p:sp>
      <p:pic>
        <p:nvPicPr>
          <p:cNvPr id="10" name="Image 2" descr="/home/claude/voyage-deck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68" y="3122676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29000" y="299008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com PDO e prepared statements: sem brecha para SQL Injection.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697480" y="3831336"/>
            <a:ext cx="530352" cy="530352"/>
          </a:xfrm>
          <a:prstGeom prst="ellipse">
            <a:avLst/>
          </a:prstGeom>
          <a:solidFill>
            <a:srgbClr val="1D3050"/>
          </a:solidFill>
          <a:ln/>
        </p:spPr>
      </p:sp>
      <p:pic>
        <p:nvPicPr>
          <p:cNvPr id="13" name="Image 3" descr="/home/claude/voyage-deck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0068" y="3963924"/>
            <a:ext cx="265176" cy="2651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429000" y="3831336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PHP verificada em toda rota privada da API.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2697480" y="4672584"/>
            <a:ext cx="530352" cy="530352"/>
          </a:xfrm>
          <a:prstGeom prst="ellipse">
            <a:avLst/>
          </a:prstGeom>
          <a:solidFill>
            <a:srgbClr val="1D3050"/>
          </a:solidFill>
          <a:ln/>
        </p:spPr>
      </p:sp>
      <p:pic>
        <p:nvPicPr>
          <p:cNvPr id="16" name="Image 4" descr="/home/claude/voyage-deck/icons/eyeo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068" y="4805172"/>
            <a:ext cx="265176" cy="2651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29000" y="467258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internos do banco nunca aparecem para o usuário final.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TECNOLÓGICO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por trás do roteiro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33574" cy="3566160"/>
          </a:xfrm>
          <a:prstGeom prst="roundRect">
            <a:avLst>
              <a:gd name="adj" fmla="val 288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6243" y="2651760"/>
            <a:ext cx="658368" cy="658368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6" name="Image 0" descr="/home/claude/voyage-deck/icons/file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4251" y="28097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semântico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68096" y="4160520"/>
            <a:ext cx="20946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main, section, article — estrutura com significado.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2254" y="2286000"/>
            <a:ext cx="2533574" cy="3566160"/>
          </a:xfrm>
          <a:prstGeom prst="roundRect">
            <a:avLst>
              <a:gd name="adj" fmla="val 288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39857" y="2651760"/>
            <a:ext cx="658368" cy="658368"/>
          </a:xfrm>
          <a:prstGeom prst="ellipse">
            <a:avLst/>
          </a:prstGeom>
          <a:solidFill>
            <a:srgbClr val="2264A8"/>
          </a:solidFill>
          <a:ln/>
        </p:spPr>
      </p:sp>
      <p:pic>
        <p:nvPicPr>
          <p:cNvPr id="11" name="Image 1" descr="/home/claude/voyage-deck/icons/lay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865" y="280976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5134" y="3566160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responsivo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21710" y="4160520"/>
            <a:ext cx="20946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com breakpoints para celular, tablet e desktop.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55868" y="2286000"/>
            <a:ext cx="2533574" cy="3566160"/>
          </a:xfrm>
          <a:prstGeom prst="roundRect">
            <a:avLst>
              <a:gd name="adj" fmla="val 288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93471" y="2651760"/>
            <a:ext cx="658368" cy="658368"/>
          </a:xfrm>
          <a:prstGeom prst="ellipse">
            <a:avLst/>
          </a:prstGeom>
          <a:solidFill>
            <a:srgbClr val="D8473B"/>
          </a:solidFill>
          <a:ln/>
        </p:spPr>
      </p:sp>
      <p:pic>
        <p:nvPicPr>
          <p:cNvPr id="16" name="Image 2" descr="/home/claude/voyage-deck/icons/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479" y="280976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8748" y="3566160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puro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75324" y="4160520"/>
            <a:ext cx="20946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framework: fetch, DOM e eventos nativos do navegador.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09481" y="2286000"/>
            <a:ext cx="2533574" cy="3566160"/>
          </a:xfrm>
          <a:prstGeom prst="roundRect">
            <a:avLst>
              <a:gd name="adj" fmla="val 2887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7084" y="2651760"/>
            <a:ext cx="658368" cy="658368"/>
          </a:xfrm>
          <a:prstGeom prst="ellipse">
            <a:avLst/>
          </a:prstGeom>
          <a:solidFill>
            <a:srgbClr val="E7A93E"/>
          </a:solidFill>
          <a:ln/>
        </p:spPr>
      </p:sp>
      <p:pic>
        <p:nvPicPr>
          <p:cNvPr id="21" name="Image 3" descr="/home/claude/voyage-deck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5093" y="280976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92361" y="3566160"/>
            <a:ext cx="21678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+ MySQL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28937" y="4160520"/>
            <a:ext cx="209466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simples em JSON, dados persistidos em banco relacional.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RESPONSIVIDADE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celular ao desktop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63040" y="2331720"/>
            <a:ext cx="1554480" cy="320040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27632" y="2514600"/>
            <a:ext cx="1225296" cy="292608"/>
          </a:xfrm>
          <a:prstGeom prst="roundRect">
            <a:avLst>
              <a:gd name="adj" fmla="val 15625"/>
            </a:avLst>
          </a:prstGeom>
          <a:solidFill>
            <a:srgbClr val="142440"/>
          </a:solidFill>
          <a:ln/>
        </p:spPr>
      </p:sp>
      <p:sp>
        <p:nvSpPr>
          <p:cNvPr id="6" name="Shape 4"/>
          <p:cNvSpPr/>
          <p:nvPr/>
        </p:nvSpPr>
        <p:spPr>
          <a:xfrm>
            <a:off x="1627632" y="2935224"/>
            <a:ext cx="122529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627632" y="3648456"/>
            <a:ext cx="122529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627632" y="4361688"/>
            <a:ext cx="122529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5641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5934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600px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2834640" cy="3566160"/>
          </a:xfrm>
          <a:prstGeom prst="roundRect">
            <a:avLst>
              <a:gd name="adj" fmla="val 5161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36592" y="2148840"/>
            <a:ext cx="2505456" cy="292608"/>
          </a:xfrm>
          <a:prstGeom prst="roundRect">
            <a:avLst>
              <a:gd name="adj" fmla="val 15625"/>
            </a:avLst>
          </a:prstGeom>
          <a:solidFill>
            <a:srgbClr val="14244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36592" y="2569464"/>
            <a:ext cx="250545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736592" y="3282696"/>
            <a:ext cx="250545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3995928"/>
            <a:ext cx="250545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4736592" y="4709160"/>
            <a:ext cx="250545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564184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59344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600–1024px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691640"/>
            <a:ext cx="3520440" cy="3017520"/>
          </a:xfrm>
          <a:prstGeom prst="roundRect">
            <a:avLst>
              <a:gd name="adj" fmla="val 4848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11312" y="1874520"/>
            <a:ext cx="3191256" cy="292608"/>
          </a:xfrm>
          <a:prstGeom prst="roundRect">
            <a:avLst>
              <a:gd name="adj" fmla="val 15625"/>
            </a:avLst>
          </a:prstGeom>
          <a:solidFill>
            <a:srgbClr val="14244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11312" y="2295144"/>
            <a:ext cx="154076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8211312" y="3255264"/>
            <a:ext cx="154076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861804" y="2295144"/>
            <a:ext cx="154076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861804" y="3255264"/>
            <a:ext cx="1540764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0" y="48188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46720" y="51114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1024px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estamos, para onde vamos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8082" y="3017520"/>
            <a:ext cx="8875532" cy="0"/>
          </a:xfrm>
          <a:prstGeom prst="line">
            <a:avLst/>
          </a:prstGeom>
          <a:noFill/>
          <a:ln w="25400">
            <a:solidFill>
              <a:srgbClr val="D7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83762" y="2743200"/>
            <a:ext cx="548640" cy="54864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6" name="Image 0" descr="/home/claude/voyage-deck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922" y="2880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5204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Planejamento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telas e banco de dados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02645" y="2743200"/>
            <a:ext cx="548640" cy="54864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10" name="Image 1" descr="/home/claude/voyage-deck/icons/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05" y="2880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858963" y="35204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&amp; protótipo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858963" y="388620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slogan e landing page funcional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21528" y="2743200"/>
            <a:ext cx="548640" cy="548640"/>
          </a:xfrm>
          <a:prstGeom prst="ellipse">
            <a:avLst/>
          </a:prstGeom>
          <a:solidFill>
            <a:srgbClr val="D8473B"/>
          </a:solidFill>
          <a:ln/>
        </p:spPr>
      </p:sp>
      <p:pic>
        <p:nvPicPr>
          <p:cNvPr id="14" name="Image 2" descr="/home/claude/voyage-deck/icons/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8803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077846" y="35204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Apresentação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077846" y="388620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e defesa — você está aqui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8040411" y="2743200"/>
            <a:ext cx="548640" cy="548640"/>
          </a:xfrm>
          <a:prstGeom prst="ellipse">
            <a:avLst/>
          </a:prstGeom>
          <a:solidFill>
            <a:srgbClr val="C7CEDC"/>
          </a:solidFill>
          <a:ln/>
        </p:spPr>
      </p:sp>
      <p:pic>
        <p:nvPicPr>
          <p:cNvPr id="18" name="Image 3" descr="/home/claude/voyage-deck/icons/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571" y="28803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96729" y="35204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Back-end &amp; banco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296729" y="388620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em PHP e MySQL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10259294" y="2743200"/>
            <a:ext cx="548640" cy="548640"/>
          </a:xfrm>
          <a:prstGeom prst="ellipse">
            <a:avLst/>
          </a:prstGeom>
          <a:solidFill>
            <a:srgbClr val="C7CEDC"/>
          </a:solidFill>
          <a:ln/>
        </p:spPr>
      </p:sp>
      <p:pic>
        <p:nvPicPr>
          <p:cNvPr id="22" name="Image 4" descr="/home/claude/voyage-deck/icons/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454" y="28803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15612" y="3520440"/>
            <a:ext cx="2036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em inglês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515612" y="3886200"/>
            <a:ext cx="20360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Internacionalização do site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47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BALANÇO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aprendemos, o que vem a seguir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18608" cy="3886200"/>
          </a:xfrm>
          <a:prstGeom prst="roundRect">
            <a:avLst>
              <a:gd name="adj" fmla="val 188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441448"/>
            <a:ext cx="548640" cy="548640"/>
          </a:xfrm>
          <a:prstGeom prst="ellipse">
            <a:avLst/>
          </a:prstGeom>
          <a:solidFill>
            <a:srgbClr val="142440"/>
          </a:solidFill>
          <a:ln/>
        </p:spPr>
      </p:sp>
      <p:pic>
        <p:nvPicPr>
          <p:cNvPr id="6" name="Image 0" descr="/home/claude/voyage-dec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2573122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496312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41248" y="3346704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9" name="Text 6"/>
          <p:cNvSpPr/>
          <p:nvPr/>
        </p:nvSpPr>
        <p:spPr>
          <a:xfrm>
            <a:off x="1060704" y="3200400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front-end e back-end exige pensar no contrato da API antes de codar.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4242816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1" name="Text 8"/>
          <p:cNvSpPr/>
          <p:nvPr/>
        </p:nvSpPr>
        <p:spPr>
          <a:xfrm>
            <a:off x="1060704" y="409651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detalhes de identidade visual mudam a percepção do projeto inteiro.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41248" y="5138928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3" name="Text 10"/>
          <p:cNvSpPr/>
          <p:nvPr/>
        </p:nvSpPr>
        <p:spPr>
          <a:xfrm>
            <a:off x="1060704" y="4992624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o banco de dados antes de programar evita retrabalho.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24448" y="2148840"/>
            <a:ext cx="5318608" cy="3886200"/>
          </a:xfrm>
          <a:prstGeom prst="roundRect">
            <a:avLst>
              <a:gd name="adj" fmla="val 1882"/>
            </a:avLst>
          </a:prstGeom>
          <a:solidFill>
            <a:srgbClr val="F3F5F8"/>
          </a:solidFill>
          <a:ln/>
          <a:effectLst>
            <a:outerShdw sx="100000" sy="100000" kx="0" ky="0" algn="bl" rotWithShape="0" blurRad="127000" dist="50800" dir="5400000">
              <a:srgbClr val="14244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17056" y="2441448"/>
            <a:ext cx="548640" cy="548640"/>
          </a:xfrm>
          <a:prstGeom prst="ellipse">
            <a:avLst/>
          </a:prstGeom>
          <a:solidFill>
            <a:srgbClr val="D8473B"/>
          </a:solidFill>
          <a:ln/>
        </p:spPr>
      </p:sp>
      <p:pic>
        <p:nvPicPr>
          <p:cNvPr id="16" name="Image 1" descr="/home/claude/voyage-deck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729" y="2573122"/>
            <a:ext cx="285293" cy="28529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84568" y="2496312"/>
            <a:ext cx="412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617056" y="3346704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19" name="Text 15"/>
          <p:cNvSpPr/>
          <p:nvPr/>
        </p:nvSpPr>
        <p:spPr>
          <a:xfrm>
            <a:off x="6836512" y="3200400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o back-end em PHP e o banco de dados MySQL.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617056" y="4242816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21" name="Text 17"/>
          <p:cNvSpPr/>
          <p:nvPr/>
        </p:nvSpPr>
        <p:spPr>
          <a:xfrm>
            <a:off x="6836512" y="4096512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a versão em inglês do site, sob a marca VOYAGE.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617056" y="5138928"/>
            <a:ext cx="91440" cy="91440"/>
          </a:xfrm>
          <a:prstGeom prst="ellipse">
            <a:avLst/>
          </a:prstGeom>
          <a:solidFill>
            <a:srgbClr val="E7A93E"/>
          </a:solidFill>
          <a:ln/>
        </p:spPr>
      </p:sp>
      <p:sp>
        <p:nvSpPr>
          <p:cNvPr id="23" name="Text 19"/>
          <p:cNvSpPr/>
          <p:nvPr/>
        </p:nvSpPr>
        <p:spPr>
          <a:xfrm>
            <a:off x="6836512" y="4992624"/>
            <a:ext cx="449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4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extras: mapa, orçamento consolidado e exportação em PDF.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777240" cy="777240"/>
          </a:xfrm>
          <a:prstGeom prst="ellipse">
            <a:avLst/>
          </a:prstGeom>
          <a:solidFill>
            <a:srgbClr val="E7A93E"/>
          </a:solidFill>
          <a:ln/>
        </p:spPr>
      </p:sp>
      <p:pic>
        <p:nvPicPr>
          <p:cNvPr id="3" name="Image 0" descr="/home/claude/voyage-deck/icons/s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1124255"/>
            <a:ext cx="357530" cy="3575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965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VOYAGE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7A9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spreadsheet. More voyage.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3657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[repositório do projeto]   ·   [e-mail de contato]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VOYAGE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2026-07-09T18:42:08Z</dcterms:created>
  <dcterms:modified xsi:type="dcterms:W3CDTF">2026-07-09T18:42:08Z</dcterms:modified>
</cp:coreProperties>
</file>